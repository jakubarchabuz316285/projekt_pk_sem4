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95" r:id="rId6"/>
    <p:sldId id="297" r:id="rId7"/>
    <p:sldId id="287" r:id="rId8"/>
    <p:sldId id="296" r:id="rId9"/>
    <p:sldId id="289" r:id="rId10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4AE4C8-4DF1-A9A0-C40E-0DE2271EE126}" v="233" dt="2026-01-21T08:05:57.7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 Surowy (as316262)" userId="c705f741-d7f3-443d-9c16-c092a505f8ed" providerId="ADAL" clId="{A9656A30-4B71-46DA-BA51-77958D77FA8D}"/>
    <pc:docChg chg="custSel modSld">
      <pc:chgData name="Antoni Surowy (as316262)" userId="c705f741-d7f3-443d-9c16-c092a505f8ed" providerId="ADAL" clId="{A9656A30-4B71-46DA-BA51-77958D77FA8D}" dt="2026-01-14T03:36:42.469" v="269"/>
      <pc:docMkLst>
        <pc:docMk/>
      </pc:docMkLst>
      <pc:sldChg chg="addSp delSp modSp mod modTransition modAnim">
        <pc:chgData name="Antoni Surowy (as316262)" userId="c705f741-d7f3-443d-9c16-c092a505f8ed" providerId="ADAL" clId="{A9656A30-4B71-46DA-BA51-77958D77FA8D}" dt="2026-01-14T03:36:42.469" v="269"/>
        <pc:sldMkLst>
          <pc:docMk/>
          <pc:sldMk cId="1899399915" sldId="295"/>
        </pc:sldMkLst>
      </pc:sldChg>
    </pc:docChg>
  </pc:docChgLst>
  <pc:docChgLst>
    <pc:chgData name="Kamil Warczek (kw316241)" userId="f3db8089-45d3-4ce7-81b6-9eb81915560c" providerId="ADAL" clId="{C3BDEFB5-E591-4296-8B5E-D036F4630AA8}"/>
    <pc:docChg chg="undo custSel addSld delSld modSld sldOrd">
      <pc:chgData name="Kamil Warczek (kw316241)" userId="f3db8089-45d3-4ce7-81b6-9eb81915560c" providerId="ADAL" clId="{C3BDEFB5-E591-4296-8B5E-D036F4630AA8}" dt="2026-01-21T07:20:17.944" v="2557" actId="1076"/>
      <pc:docMkLst>
        <pc:docMk/>
      </pc:docMkLst>
      <pc:sldChg chg="modSp mod">
        <pc:chgData name="Kamil Warczek (kw316241)" userId="f3db8089-45d3-4ce7-81b6-9eb81915560c" providerId="ADAL" clId="{C3BDEFB5-E591-4296-8B5E-D036F4630AA8}" dt="2026-01-14T12:49:24.045" v="2235" actId="27636"/>
        <pc:sldMkLst>
          <pc:docMk/>
          <pc:sldMk cId="1642425379" sldId="256"/>
        </pc:sldMkLst>
        <pc:spChg chg="mod">
          <ac:chgData name="Kamil Warczek (kw316241)" userId="f3db8089-45d3-4ce7-81b6-9eb81915560c" providerId="ADAL" clId="{C3BDEFB5-E591-4296-8B5E-D036F4630AA8}" dt="2026-01-14T12:49:24.045" v="2235" actId="27636"/>
          <ac:spMkLst>
            <pc:docMk/>
            <pc:sldMk cId="1642425379" sldId="256"/>
            <ac:spMk id="3" creationId="{1901B20D-4C28-4DA3-ABBD-718C22A5E58B}"/>
          </ac:spMkLst>
        </pc:spChg>
      </pc:sldChg>
      <pc:sldChg chg="addSp delSp modSp del mod ord">
        <pc:chgData name="Kamil Warczek (kw316241)" userId="f3db8089-45d3-4ce7-81b6-9eb81915560c" providerId="ADAL" clId="{C3BDEFB5-E591-4296-8B5E-D036F4630AA8}" dt="2026-01-21T06:41:03.779" v="2266" actId="2696"/>
        <pc:sldMkLst>
          <pc:docMk/>
          <pc:sldMk cId="3396266754" sldId="283"/>
        </pc:sldMkLst>
      </pc:sldChg>
      <pc:sldChg chg="addSp delSp modSp mod">
        <pc:chgData name="Kamil Warczek (kw316241)" userId="f3db8089-45d3-4ce7-81b6-9eb81915560c" providerId="ADAL" clId="{C3BDEFB5-E591-4296-8B5E-D036F4630AA8}" dt="2026-01-21T07:20:17.944" v="2557" actId="1076"/>
        <pc:sldMkLst>
          <pc:docMk/>
          <pc:sldMk cId="3980871660" sldId="287"/>
        </pc:sldMkLst>
        <pc:spChg chg="mod">
          <ac:chgData name="Kamil Warczek (kw316241)" userId="f3db8089-45d3-4ce7-81b6-9eb81915560c" providerId="ADAL" clId="{C3BDEFB5-E591-4296-8B5E-D036F4630AA8}" dt="2026-01-21T06:41:12.577" v="2288" actId="20577"/>
          <ac:spMkLst>
            <pc:docMk/>
            <pc:sldMk cId="3980871660" sldId="287"/>
            <ac:spMk id="2" creationId="{6719F29B-F233-48AF-8261-F33A4E079E3E}"/>
          </ac:spMkLst>
        </pc:spChg>
        <pc:spChg chg="mod">
          <ac:chgData name="Kamil Warczek (kw316241)" userId="f3db8089-45d3-4ce7-81b6-9eb81915560c" providerId="ADAL" clId="{C3BDEFB5-E591-4296-8B5E-D036F4630AA8}" dt="2026-01-21T07:20:13.953" v="2555" actId="27636"/>
          <ac:spMkLst>
            <pc:docMk/>
            <pc:sldMk cId="3980871660" sldId="287"/>
            <ac:spMk id="3" creationId="{35E3EA69-4E0E-41BD-8095-A124225A2647}"/>
          </ac:spMkLst>
        </pc:spChg>
        <pc:spChg chg="mod">
          <ac:chgData name="Kamil Warczek (kw316241)" userId="f3db8089-45d3-4ce7-81b6-9eb81915560c" providerId="ADAL" clId="{C3BDEFB5-E591-4296-8B5E-D036F4630AA8}" dt="2026-01-21T06:47:15.360" v="2518" actId="20577"/>
          <ac:spMkLst>
            <pc:docMk/>
            <pc:sldMk cId="3980871660" sldId="287"/>
            <ac:spMk id="11" creationId="{5837F6CC-F87E-4BF6-9EFE-DA537BAB6BE0}"/>
          </ac:spMkLst>
        </pc:spChg>
        <pc:picChg chg="add mod modCrop">
          <ac:chgData name="Kamil Warczek (kw316241)" userId="f3db8089-45d3-4ce7-81b6-9eb81915560c" providerId="ADAL" clId="{C3BDEFB5-E591-4296-8B5E-D036F4630AA8}" dt="2026-01-21T06:44:22.038" v="2471" actId="1076"/>
          <ac:picMkLst>
            <pc:docMk/>
            <pc:sldMk cId="3980871660" sldId="287"/>
            <ac:picMk id="5" creationId="{5C09AB64-98F8-7E69-28FD-2332C8E9C144}"/>
          </ac:picMkLst>
        </pc:picChg>
        <pc:picChg chg="add del mod ord">
          <ac:chgData name="Kamil Warczek (kw316241)" userId="f3db8089-45d3-4ce7-81b6-9eb81915560c" providerId="ADAL" clId="{C3BDEFB5-E591-4296-8B5E-D036F4630AA8}" dt="2026-01-21T06:41:17.963" v="2290" actId="478"/>
          <ac:picMkLst>
            <pc:docMk/>
            <pc:sldMk cId="3980871660" sldId="287"/>
            <ac:picMk id="6" creationId="{40D2B270-3D70-A994-35A1-388215776EB7}"/>
          </ac:picMkLst>
        </pc:picChg>
        <pc:picChg chg="add del mod ord">
          <ac:chgData name="Kamil Warczek (kw316241)" userId="f3db8089-45d3-4ce7-81b6-9eb81915560c" providerId="ADAL" clId="{C3BDEFB5-E591-4296-8B5E-D036F4630AA8}" dt="2026-01-21T06:41:17.335" v="2289" actId="478"/>
          <ac:picMkLst>
            <pc:docMk/>
            <pc:sldMk cId="3980871660" sldId="287"/>
            <ac:picMk id="8" creationId="{70065DD9-4882-5957-DEE5-EA42CBAD897B}"/>
          </ac:picMkLst>
        </pc:picChg>
        <pc:picChg chg="add mod">
          <ac:chgData name="Kamil Warczek (kw316241)" userId="f3db8089-45d3-4ce7-81b6-9eb81915560c" providerId="ADAL" clId="{C3BDEFB5-E591-4296-8B5E-D036F4630AA8}" dt="2026-01-21T07:20:17.944" v="2557" actId="1076"/>
          <ac:picMkLst>
            <pc:docMk/>
            <pc:sldMk cId="3980871660" sldId="287"/>
            <ac:picMk id="9" creationId="{49D5875D-79B1-A40C-8CA1-9ED9A97577A2}"/>
          </ac:picMkLst>
        </pc:picChg>
      </pc:sldChg>
      <pc:sldChg chg="addSp delSp modSp del mod">
        <pc:chgData name="Kamil Warczek (kw316241)" userId="f3db8089-45d3-4ce7-81b6-9eb81915560c" providerId="ADAL" clId="{C3BDEFB5-E591-4296-8B5E-D036F4630AA8}" dt="2026-01-21T06:41:25.391" v="2291" actId="2696"/>
        <pc:sldMkLst>
          <pc:docMk/>
          <pc:sldMk cId="1268005270" sldId="291"/>
        </pc:sldMkLst>
      </pc:sldChg>
      <pc:sldChg chg="addSp delSp modSp del mod ord">
        <pc:chgData name="Kamil Warczek (kw316241)" userId="f3db8089-45d3-4ce7-81b6-9eb81915560c" providerId="ADAL" clId="{C3BDEFB5-E591-4296-8B5E-D036F4630AA8}" dt="2026-01-21T06:41:27.075" v="2292" actId="2696"/>
        <pc:sldMkLst>
          <pc:docMk/>
          <pc:sldMk cId="779089081" sldId="293"/>
        </pc:sldMkLst>
      </pc:sldChg>
      <pc:sldChg chg="addSp delSp modSp del mod">
        <pc:chgData name="Kamil Warczek (kw316241)" userId="f3db8089-45d3-4ce7-81b6-9eb81915560c" providerId="ADAL" clId="{C3BDEFB5-E591-4296-8B5E-D036F4630AA8}" dt="2026-01-21T06:41:30.531" v="2294" actId="2696"/>
        <pc:sldMkLst>
          <pc:docMk/>
          <pc:sldMk cId="2383436169" sldId="294"/>
        </pc:sldMkLst>
      </pc:sldChg>
      <pc:sldChg chg="addSp delSp modSp mod ord delAnim">
        <pc:chgData name="Kamil Warczek (kw316241)" userId="f3db8089-45d3-4ce7-81b6-9eb81915560c" providerId="ADAL" clId="{C3BDEFB5-E591-4296-8B5E-D036F4630AA8}" dt="2026-01-21T06:47:23.033" v="2526" actId="20577"/>
        <pc:sldMkLst>
          <pc:docMk/>
          <pc:sldMk cId="1899399915" sldId="295"/>
        </pc:sldMkLst>
        <pc:spChg chg="mod">
          <ac:chgData name="Kamil Warczek (kw316241)" userId="f3db8089-45d3-4ce7-81b6-9eb81915560c" providerId="ADAL" clId="{C3BDEFB5-E591-4296-8B5E-D036F4630AA8}" dt="2026-01-21T06:40:52.712" v="2264" actId="20577"/>
          <ac:spMkLst>
            <pc:docMk/>
            <pc:sldMk cId="1899399915" sldId="295"/>
            <ac:spMk id="2" creationId="{3F29F55A-505D-BD53-0FC4-572216344881}"/>
          </ac:spMkLst>
        </pc:spChg>
        <pc:spChg chg="mod">
          <ac:chgData name="Kamil Warczek (kw316241)" userId="f3db8089-45d3-4ce7-81b6-9eb81915560c" providerId="ADAL" clId="{C3BDEFB5-E591-4296-8B5E-D036F4630AA8}" dt="2026-01-21T06:47:23.033" v="2526" actId="20577"/>
          <ac:spMkLst>
            <pc:docMk/>
            <pc:sldMk cId="1899399915" sldId="295"/>
            <ac:spMk id="113" creationId="{15DAB2D3-817D-DC15-7E27-77D3A5B192AF}"/>
          </ac:spMkLst>
        </pc:spChg>
        <pc:picChg chg="del">
          <ac:chgData name="Kamil Warczek (kw316241)" userId="f3db8089-45d3-4ce7-81b6-9eb81915560c" providerId="ADAL" clId="{C3BDEFB5-E591-4296-8B5E-D036F4630AA8}" dt="2026-01-21T06:40:54.673" v="2265" actId="478"/>
          <ac:picMkLst>
            <pc:docMk/>
            <pc:sldMk cId="1899399915" sldId="295"/>
            <ac:picMk id="3" creationId="{F45820BA-B53F-08D6-C430-9AEF4556FC1E}"/>
          </ac:picMkLst>
        </pc:picChg>
        <pc:picChg chg="add mod">
          <ac:chgData name="Kamil Warczek (kw316241)" userId="f3db8089-45d3-4ce7-81b6-9eb81915560c" providerId="ADAL" clId="{C3BDEFB5-E591-4296-8B5E-D036F4630AA8}" dt="2026-01-21T06:46:33.981" v="2500" actId="1076"/>
          <ac:picMkLst>
            <pc:docMk/>
            <pc:sldMk cId="1899399915" sldId="295"/>
            <ac:picMk id="5" creationId="{334E4BDA-82D7-0BE6-27BD-F86804EEE67B}"/>
          </ac:picMkLst>
        </pc:picChg>
      </pc:sldChg>
      <pc:sldChg chg="addSp delSp modSp add del mod">
        <pc:chgData name="Kamil Warczek (kw316241)" userId="f3db8089-45d3-4ce7-81b6-9eb81915560c" providerId="ADAL" clId="{C3BDEFB5-E591-4296-8B5E-D036F4630AA8}" dt="2026-01-21T06:41:28.737" v="2293" actId="2696"/>
        <pc:sldMkLst>
          <pc:docMk/>
          <pc:sldMk cId="3210783291" sldId="296"/>
        </pc:sldMkLst>
      </pc:sldChg>
      <pc:sldChg chg="delSp modSp add mod">
        <pc:chgData name="Kamil Warczek (kw316241)" userId="f3db8089-45d3-4ce7-81b6-9eb81915560c" providerId="ADAL" clId="{C3BDEFB5-E591-4296-8B5E-D036F4630AA8}" dt="2026-01-21T06:47:40.879" v="2529" actId="207"/>
        <pc:sldMkLst>
          <pc:docMk/>
          <pc:sldMk cId="4111276529" sldId="296"/>
        </pc:sldMkLst>
        <pc:spChg chg="mod">
          <ac:chgData name="Kamil Warczek (kw316241)" userId="f3db8089-45d3-4ce7-81b6-9eb81915560c" providerId="ADAL" clId="{C3BDEFB5-E591-4296-8B5E-D036F4630AA8}" dt="2026-01-21T06:47:40.879" v="2529" actId="207"/>
          <ac:spMkLst>
            <pc:docMk/>
            <pc:sldMk cId="4111276529" sldId="296"/>
            <ac:spMk id="3" creationId="{C280FE3F-09E7-DFEA-22C8-E8151D43D5CF}"/>
          </ac:spMkLst>
        </pc:spChg>
        <pc:spChg chg="mod">
          <ac:chgData name="Kamil Warczek (kw316241)" userId="f3db8089-45d3-4ce7-81b6-9eb81915560c" providerId="ADAL" clId="{C3BDEFB5-E591-4296-8B5E-D036F4630AA8}" dt="2026-01-21T06:47:18.737" v="2522" actId="20577"/>
          <ac:spMkLst>
            <pc:docMk/>
            <pc:sldMk cId="4111276529" sldId="296"/>
            <ac:spMk id="11" creationId="{7EADEB0F-BA0A-D7BD-C9BD-D17AE8ECB1FE}"/>
          </ac:spMkLst>
        </pc:spChg>
        <pc:picChg chg="del">
          <ac:chgData name="Kamil Warczek (kw316241)" userId="f3db8089-45d3-4ce7-81b6-9eb81915560c" providerId="ADAL" clId="{C3BDEFB5-E591-4296-8B5E-D036F4630AA8}" dt="2026-01-21T06:45:26.022" v="2483" actId="478"/>
          <ac:picMkLst>
            <pc:docMk/>
            <pc:sldMk cId="4111276529" sldId="296"/>
            <ac:picMk id="5" creationId="{E0A9C85E-CB9B-2681-7240-D1437ADE054C}"/>
          </ac:picMkLst>
        </pc:picChg>
        <pc:picChg chg="del">
          <ac:chgData name="Kamil Warczek (kw316241)" userId="f3db8089-45d3-4ce7-81b6-9eb81915560c" providerId="ADAL" clId="{C3BDEFB5-E591-4296-8B5E-D036F4630AA8}" dt="2026-01-21T06:45:25.520" v="2482" actId="478"/>
          <ac:picMkLst>
            <pc:docMk/>
            <pc:sldMk cId="4111276529" sldId="296"/>
            <ac:picMk id="9" creationId="{00434298-832B-9803-49DC-D2AC9A217FC5}"/>
          </ac:picMkLst>
        </pc:picChg>
      </pc:sldChg>
      <pc:sldChg chg="addSp delSp modSp add mod">
        <pc:chgData name="Kamil Warczek (kw316241)" userId="f3db8089-45d3-4ce7-81b6-9eb81915560c" providerId="ADAL" clId="{C3BDEFB5-E591-4296-8B5E-D036F4630AA8}" dt="2026-01-21T06:47:11.408" v="2512" actId="20577"/>
        <pc:sldMkLst>
          <pc:docMk/>
          <pc:sldMk cId="499833364" sldId="297"/>
        </pc:sldMkLst>
        <pc:spChg chg="mod">
          <ac:chgData name="Kamil Warczek (kw316241)" userId="f3db8089-45d3-4ce7-81b6-9eb81915560c" providerId="ADAL" clId="{C3BDEFB5-E591-4296-8B5E-D036F4630AA8}" dt="2026-01-21T06:47:11.408" v="2512" actId="20577"/>
          <ac:spMkLst>
            <pc:docMk/>
            <pc:sldMk cId="499833364" sldId="297"/>
            <ac:spMk id="113" creationId="{2A9BB35A-B66B-1A15-C7F8-A3E8F1B26D38}"/>
          </ac:spMkLst>
        </pc:spChg>
        <pc:picChg chg="add mod">
          <ac:chgData name="Kamil Warczek (kw316241)" userId="f3db8089-45d3-4ce7-81b6-9eb81915560c" providerId="ADAL" clId="{C3BDEFB5-E591-4296-8B5E-D036F4630AA8}" dt="2026-01-21T06:47:07.387" v="2507" actId="1076"/>
          <ac:picMkLst>
            <pc:docMk/>
            <pc:sldMk cId="499833364" sldId="297"/>
            <ac:picMk id="4" creationId="{CA768EEA-9BEC-5A2B-5218-47CDCF8F42AA}"/>
          </ac:picMkLst>
        </pc:picChg>
        <pc:picChg chg="del">
          <ac:chgData name="Kamil Warczek (kw316241)" userId="f3db8089-45d3-4ce7-81b6-9eb81915560c" providerId="ADAL" clId="{C3BDEFB5-E591-4296-8B5E-D036F4630AA8}" dt="2026-01-21T06:47:02.817" v="2502" actId="478"/>
          <ac:picMkLst>
            <pc:docMk/>
            <pc:sldMk cId="499833364" sldId="297"/>
            <ac:picMk id="5" creationId="{5255F446-12D8-8C79-751C-04BD58A9AE2B}"/>
          </ac:picMkLst>
        </pc:picChg>
      </pc:sldChg>
    </pc:docChg>
  </pc:docChgLst>
  <pc:docChgLst>
    <pc:chgData name="Antoni Surowy (as316262)" userId="S::as316262@student.polsl.pl::c705f741-d7f3-443d-9c16-c092a505f8ed" providerId="AD" clId="Web-{544AE4C8-4DF1-A9A0-C40E-0DE2271EE126}"/>
    <pc:docChg chg="modSld">
      <pc:chgData name="Antoni Surowy (as316262)" userId="S::as316262@student.polsl.pl::c705f741-d7f3-443d-9c16-c092a505f8ed" providerId="AD" clId="Web-{544AE4C8-4DF1-A9A0-C40E-0DE2271EE126}" dt="2026-01-21T08:05:57.740" v="224" actId="1076"/>
      <pc:docMkLst>
        <pc:docMk/>
      </pc:docMkLst>
      <pc:sldChg chg="addSp modSp">
        <pc:chgData name="Antoni Surowy (as316262)" userId="S::as316262@student.polsl.pl::c705f741-d7f3-443d-9c16-c092a505f8ed" providerId="AD" clId="Web-{544AE4C8-4DF1-A9A0-C40E-0DE2271EE126}" dt="2026-01-21T08:05:57.740" v="224" actId="1076"/>
        <pc:sldMkLst>
          <pc:docMk/>
          <pc:sldMk cId="4111276529" sldId="296"/>
        </pc:sldMkLst>
        <pc:spChg chg="mod">
          <ac:chgData name="Antoni Surowy (as316262)" userId="S::as316262@student.polsl.pl::c705f741-d7f3-443d-9c16-c092a505f8ed" providerId="AD" clId="Web-{544AE4C8-4DF1-A9A0-C40E-0DE2271EE126}" dt="2026-01-21T08:05:14.426" v="209" actId="1076"/>
          <ac:spMkLst>
            <pc:docMk/>
            <pc:sldMk cId="4111276529" sldId="296"/>
            <ac:spMk id="3" creationId="{C280FE3F-09E7-DFEA-22C8-E8151D43D5CF}"/>
          </ac:spMkLst>
        </pc:spChg>
        <pc:picChg chg="add mod">
          <ac:chgData name="Antoni Surowy (as316262)" userId="S::as316262@student.polsl.pl::c705f741-d7f3-443d-9c16-c092a505f8ed" providerId="AD" clId="Web-{544AE4C8-4DF1-A9A0-C40E-0DE2271EE126}" dt="2026-01-21T08:05:57.740" v="224" actId="1076"/>
          <ac:picMkLst>
            <pc:docMk/>
            <pc:sldMk cId="4111276529" sldId="296"/>
            <ac:picMk id="4" creationId="{B9C5692E-498B-B0C6-8B32-BAD81D2C2763}"/>
          </ac:picMkLst>
        </pc:picChg>
        <pc:picChg chg="add mod">
          <ac:chgData name="Antoni Surowy (as316262)" userId="S::as316262@student.polsl.pl::c705f741-d7f3-443d-9c16-c092a505f8ed" providerId="AD" clId="Web-{544AE4C8-4DF1-A9A0-C40E-0DE2271EE126}" dt="2026-01-21T08:05:55.787" v="223" actId="14100"/>
          <ac:picMkLst>
            <pc:docMk/>
            <pc:sldMk cId="4111276529" sldId="296"/>
            <ac:picMk id="5" creationId="{1E9D7F3E-2C07-4363-D543-81FFDE39857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8F521E1-0C12-4760-BDE0-45E97124B4AC}" type="datetime1">
              <a:rPr lang="pl-PL" smtClean="0"/>
              <a:t>20.01.2026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38F4B-9F29-4743-AA85-EA4FA1270FE4}" type="datetime1">
              <a:rPr lang="pl-PL" smtClean="0"/>
              <a:pPr/>
              <a:t>20.01.2026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DA0B1-E931-C959-2666-02D8E905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2A3F6FC-C103-6F49-546A-A4CB78B16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CAE6BF3-3782-75DD-DA18-D0FFDCF9E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47835A5-F448-EE93-13C0-48768D321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77345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C4425-42AF-06FC-E5B0-B475C3BE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4F9E7E6-6A11-7555-97D5-69630C392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B8B27556-42FB-AC40-E81D-E092DF75C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ED0FDA9-6E4F-692D-6A95-61256EE20B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77401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8762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6CF0-F743-A498-934B-0A69462A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1D84834-E1A7-463B-0056-A00A0F405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6CD93B2-4987-3804-33AB-B3A04A309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BCEF19A-0FAC-560E-72CF-2AE45964D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92282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1881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1" name="Data — symbol zastępczy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2" name="Stopka — symbol zastępczy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3" name="Numer slajdu — symbol zastępczy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dwa elementy zawartośc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" name="Zawartość — symbol zastępczy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style wzorców tekstu</a:t>
            </a:r>
          </a:p>
        </p:txBody>
      </p:sp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0" name="Zawartość — symbol zastępczy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4" name="Data — symbol zastępczy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15" name="Stopka — symbol zastępczy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6" name="Numer slajdu — symbol zastępczy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cztery elementy zawartości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4" name="Zawartość — symbol zastępczy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5" name="Zawartość — symbol zastępczy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6" name="Zawartość — symbol zastępczy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7" name="Zawartość — symbol zastępczy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8" name="Zawartość — symbol zastępczy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9" name="Zawartość — symbol zastępczy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0" name="Zawartość — symbol zastępczy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1" name="Data — symbol zastępczy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2" name="Stopka — symbol zastępczy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3" name="Numer slajdu — symbol zastępczy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lewa zawartoś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8" name="Zawartość — symbol zastępczy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2" name="Prostokąt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4" name="Data — symbol zastępczy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5" name="Stopka — symbol zastępczy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6" name="Numer slajdu — symbol zastępczy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yśrodkuj tekst z górnym obramowanie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yśrodkuj tekst 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8" name="Data — symbol zastępczy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9" name="Stopka — symbol zastępczy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0" name="Numer slajdu — symbol zastępczy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ztery elementy zawartośc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rostokąt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1</a:t>
            </a:r>
          </a:p>
        </p:txBody>
      </p:sp>
      <p:sp>
        <p:nvSpPr>
          <p:cNvPr id="11" name="Tekst — symbol zastępczy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2</a:t>
            </a:r>
          </a:p>
        </p:txBody>
      </p:sp>
      <p:sp>
        <p:nvSpPr>
          <p:cNvPr id="13" name="Tekst — symbol zastępczy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3</a:t>
            </a:r>
          </a:p>
        </p:txBody>
      </p:sp>
      <p:sp>
        <p:nvSpPr>
          <p:cNvPr id="15" name="Tekst — symbol zastępczy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4</a:t>
            </a:r>
          </a:p>
        </p:txBody>
      </p:sp>
      <p:sp>
        <p:nvSpPr>
          <p:cNvPr id="21" name="Obraz online — symbol zastępczy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2" name="Obraz online — symbol zastępczy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3" name="Obraz online — symbol zastępczy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4" name="Obraz online — symbol zastępczy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5" name="Data — symbol zastępczy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6" name="Stopka — symbol zastępczy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7" name="Numer slajdu — symbol zastępczy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, zawartość i cztery obraz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1</a:t>
            </a:r>
          </a:p>
        </p:txBody>
      </p:sp>
      <p:sp>
        <p:nvSpPr>
          <p:cNvPr id="11" name="Tekst — symbol zastępczy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2</a:t>
            </a:r>
          </a:p>
        </p:txBody>
      </p:sp>
      <p:sp>
        <p:nvSpPr>
          <p:cNvPr id="13" name="Tekst — symbol zastępczy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3</a:t>
            </a:r>
          </a:p>
        </p:txBody>
      </p:sp>
      <p:sp>
        <p:nvSpPr>
          <p:cNvPr id="15" name="Tekst — symbol zastępczy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4</a:t>
            </a:r>
          </a:p>
        </p:txBody>
      </p:sp>
      <p:sp>
        <p:nvSpPr>
          <p:cNvPr id="21" name="Obraz online — symbol zastępczy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2" name="Obraz online — symbol zastępczy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3" name="Obraz online — symbol zastępczy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24" name="Obraz online — symbol zastępczy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pl-PL" noProof="0"/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6" name="Tekst — symbol zastępczy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1</a:t>
            </a:r>
          </a:p>
        </p:txBody>
      </p:sp>
      <p:sp>
        <p:nvSpPr>
          <p:cNvPr id="17" name="Tekst — symbol zastępczy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2</a:t>
            </a:r>
          </a:p>
        </p:txBody>
      </p:sp>
      <p:sp>
        <p:nvSpPr>
          <p:cNvPr id="18" name="Tekst — symbol zastępczy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3</a:t>
            </a:r>
          </a:p>
        </p:txBody>
      </p:sp>
      <p:sp>
        <p:nvSpPr>
          <p:cNvPr id="19" name="Tekst — symbol zastępczy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Punktor 4</a:t>
            </a:r>
          </a:p>
        </p:txBody>
      </p:sp>
      <p:sp>
        <p:nvSpPr>
          <p:cNvPr id="28" name="Tekst — symbol zastępczy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0" name="Data — symbol zastępczy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31" name="Stopka — symbol zastępczy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32" name="Numer slajdu — symbol zastępczy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mat organizacyjn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4" name="Tekst — symbol zastępczy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6" name="Tekst — symbol zastępczy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7" name="Tekst — symbol zastępczy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8" name="Tekst — symbol zastępczy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9" name="Tekst — symbol zastępczy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0" name="Tekst — symbol zastępczy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5" name="Tekst — symbol zastępczy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6" name="Tekst — symbol zastępczy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7" name="Tekst — symbol zastępczy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8" name="Tekst — symbol zastępczy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9" name="Tekst — symbol zastępczy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Data — symbol zastępczy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42" name="Stopka — symbol zastępczy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43" name="Numer slajdu — symbol zastępczy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cxnSp>
        <p:nvCxnSpPr>
          <p:cNvPr id="47" name="Łącznik prosty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Łącznik prosty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Łącznik prosty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Łącznik prosty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Łącznik prosty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prawa zawartość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" name="Data — symbol zastępczy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8" name="Stopka — symbol zastępczy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10" name="Numer slajdu — symbol zastępczy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mykanie slajd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pl-PL" noProof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pl-PL" noProof="0"/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zespołu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Obraz — symbol zastępczy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7" name="Obraz — symbol zastępczy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8" name="Obraz — symbol zastępczy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9" name="Obraz — symbol zastępczy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pl-PL" noProof="0"/>
          </a:p>
        </p:txBody>
      </p:sp>
      <p:sp>
        <p:nvSpPr>
          <p:cNvPr id="11" name="Tekst — symbol zastępczy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2" name="Tekst — symbol zastępczy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6" name="Tekst — symbol zastępczy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17" name="Tekst — symbol zastępczy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19" name="Tekst — symbol zastępczy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0" name="Tekst — symbol zastępczy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2" name="Tekst — symbol zastępczy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Imię i nazwisko</a:t>
            </a:r>
          </a:p>
        </p:txBody>
      </p:sp>
      <p:sp>
        <p:nvSpPr>
          <p:cNvPr id="23" name="Tekst — symbol zastępczy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Tytuł</a:t>
            </a:r>
          </a:p>
        </p:txBody>
      </p:sp>
      <p:sp>
        <p:nvSpPr>
          <p:cNvPr id="24" name="Data — symbol zastępczy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29.07.20XX</a:t>
            </a:r>
          </a:p>
        </p:txBody>
      </p:sp>
      <p:sp>
        <p:nvSpPr>
          <p:cNvPr id="25" name="Stopka — symbol zastępczy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Szkolenie nowych pracowników</a:t>
            </a:r>
          </a:p>
        </p:txBody>
      </p:sp>
      <p:sp>
        <p:nvSpPr>
          <p:cNvPr id="26" name="Numer slajdu — symbol zastępczy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29.07.20XX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Szkolenie nowych pracowników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11680"/>
            <a:ext cx="5739882" cy="2841890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dirty="0"/>
              <a:t>Projekt aplikacji symulacji układu automatycznej regulacji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>
            <a:normAutofit fontScale="92500" lnSpcReduction="10000"/>
          </a:bodyPr>
          <a:lstStyle/>
          <a:p>
            <a:r>
              <a:rPr lang="pl-PL" dirty="0"/>
              <a:t>Antoni Surowy</a:t>
            </a:r>
          </a:p>
          <a:p>
            <a:pPr rtl="0"/>
            <a:r>
              <a:rPr lang="pl-PL" dirty="0"/>
              <a:t>Kamil Warczek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6073-E2F8-E0C3-D0F5-755185D4A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29F55A-505D-BD53-0FC4-57221634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531"/>
            <a:ext cx="10515600" cy="373063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sz="2800" dirty="0"/>
              <a:t>Algorytmy skalowania wykresów</a:t>
            </a:r>
          </a:p>
        </p:txBody>
      </p:sp>
      <p:sp>
        <p:nvSpPr>
          <p:cNvPr id="113" name="Data — symbol zastępczy 112">
            <a:extLst>
              <a:ext uri="{FF2B5EF4-FFF2-40B4-BE49-F238E27FC236}">
                <a16:creationId xmlns:a16="http://schemas.microsoft.com/office/drawing/2014/main" id="{15DAB2D3-817D-DC15-7E27-77D3A5B1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21.01.2026</a:t>
            </a:r>
          </a:p>
        </p:txBody>
      </p:sp>
      <p:sp>
        <p:nvSpPr>
          <p:cNvPr id="114" name="Stopka — symbol zastępczy 113">
            <a:extLst>
              <a:ext uri="{FF2B5EF4-FFF2-40B4-BE49-F238E27FC236}">
                <a16:creationId xmlns:a16="http://schemas.microsoft.com/office/drawing/2014/main" id="{EDCEBAFC-03FF-2872-7275-60B52C6B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15" name="Numer slajdu — symbol zastępczy 114">
            <a:extLst>
              <a:ext uri="{FF2B5EF4-FFF2-40B4-BE49-F238E27FC236}">
                <a16:creationId xmlns:a16="http://schemas.microsoft.com/office/drawing/2014/main" id="{66EAA86D-B7B9-7715-B6F3-CBF1FEDE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2</a:t>
            </a:fld>
            <a:endParaRPr lang="pl-PL"/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334E4BDA-82D7-0BE6-27BD-F86804EEE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80" y="2528762"/>
            <a:ext cx="10348240" cy="218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39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2BC6-C130-369E-8618-B7658FD8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3CD984-090F-622C-2E36-C998F40E1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531"/>
            <a:ext cx="10515600" cy="373063"/>
          </a:xfrm>
        </p:spPr>
        <p:txBody>
          <a:bodyPr rtlCol="0">
            <a:normAutofit fontScale="90000"/>
          </a:bodyPr>
          <a:lstStyle/>
          <a:p>
            <a:pPr rtl="0"/>
            <a:r>
              <a:rPr lang="pl-PL" sz="2800" dirty="0"/>
              <a:t>Algorytmy skalowania wykresów</a:t>
            </a:r>
          </a:p>
        </p:txBody>
      </p:sp>
      <p:sp>
        <p:nvSpPr>
          <p:cNvPr id="113" name="Data — symbol zastępczy 112">
            <a:extLst>
              <a:ext uri="{FF2B5EF4-FFF2-40B4-BE49-F238E27FC236}">
                <a16:creationId xmlns:a16="http://schemas.microsoft.com/office/drawing/2014/main" id="{2A9BB35A-B66B-1A15-C7F8-A3E8F1B26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21</a:t>
            </a:r>
          </a:p>
          <a:p>
            <a:r>
              <a:rPr lang="pl-PL" dirty="0"/>
              <a:t>.01.2026</a:t>
            </a:r>
          </a:p>
        </p:txBody>
      </p:sp>
      <p:sp>
        <p:nvSpPr>
          <p:cNvPr id="114" name="Stopka — symbol zastępczy 113">
            <a:extLst>
              <a:ext uri="{FF2B5EF4-FFF2-40B4-BE49-F238E27FC236}">
                <a16:creationId xmlns:a16="http://schemas.microsoft.com/office/drawing/2014/main" id="{F79B5D06-EAFA-EDEA-AEAB-33650944F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15" name="Numer slajdu — symbol zastępczy 114">
            <a:extLst>
              <a:ext uri="{FF2B5EF4-FFF2-40B4-BE49-F238E27FC236}">
                <a16:creationId xmlns:a16="http://schemas.microsoft.com/office/drawing/2014/main" id="{55A1671B-8CD0-8499-A2FB-69AB9237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3</a:t>
            </a:fld>
            <a:endParaRPr lang="pl-PL"/>
          </a:p>
        </p:txBody>
      </p:sp>
      <p:pic>
        <p:nvPicPr>
          <p:cNvPr id="4" name="Obraz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CA768EEA-9BEC-5A2B-5218-47CDCF8F4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33" y="559594"/>
            <a:ext cx="10213334" cy="591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33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4344" y="0"/>
            <a:ext cx="5013960" cy="1873568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Czego się nauczyliśmy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4344" y="1873568"/>
            <a:ext cx="5013960" cy="19560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rtl="0">
              <a:buFont typeface="+mj-lt"/>
              <a:buAutoNum type="arabicPeriod"/>
            </a:pPr>
            <a:r>
              <a:rPr lang="pl-PL" dirty="0"/>
              <a:t>Projektowanie GUI graficznie</a:t>
            </a:r>
          </a:p>
          <a:p>
            <a:pPr marL="342900" indent="-342900" rtl="0">
              <a:buFont typeface="+mj-lt"/>
              <a:buAutoNum type="arabicPeriod"/>
            </a:pPr>
            <a:r>
              <a:rPr lang="pl-PL" dirty="0"/>
              <a:t>Działanie regulacji PID na niskim poziomie</a:t>
            </a:r>
          </a:p>
          <a:p>
            <a:pPr marL="342900" indent="-342900" rtl="0">
              <a:buFont typeface="+mj-lt"/>
              <a:buAutoNum type="arabicPeriod"/>
            </a:pPr>
            <a:r>
              <a:rPr lang="pl-PL" dirty="0"/>
              <a:t>Problemy optymalizacji łańcucha krytycznego</a:t>
            </a:r>
          </a:p>
          <a:p>
            <a:pPr marL="342900" indent="-342900" rtl="0">
              <a:buFont typeface="+mj-lt"/>
              <a:buAutoNum type="arabicPeriod"/>
            </a:pPr>
            <a:r>
              <a:rPr lang="pl-PL" dirty="0"/>
              <a:t>Praca w grupie</a:t>
            </a:r>
          </a:p>
          <a:p>
            <a:pPr marL="342900" indent="-342900" rtl="0">
              <a:buFont typeface="+mj-lt"/>
              <a:buAutoNum type="arabicPeriod"/>
            </a:pPr>
            <a:r>
              <a:rPr lang="pl-PL" dirty="0"/>
              <a:t>Tworzenie dokumentacji</a:t>
            </a:r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5837F6CC-F87E-4BF6-9EFE-DA537BAB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21.01.2026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E80EA4A2-4719-41C0-949E-AF9166CA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E97A1D68-0269-4F8D-8A4E-B8D9753C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4</a:t>
            </a:fld>
            <a:endParaRPr lang="pl-PL"/>
          </a:p>
        </p:txBody>
      </p:sp>
      <p:pic>
        <p:nvPicPr>
          <p:cNvPr id="5" name="Obraz 4" descr="Obraz zawierający tekst, oprogramowanie, zrzut ekranu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5C09AB64-98F8-7E69-28FD-2332C8E9C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462" b="3846"/>
          <a:stretch>
            <a:fillRect/>
          </a:stretch>
        </p:blipFill>
        <p:spPr>
          <a:xfrm>
            <a:off x="211836" y="202837"/>
            <a:ext cx="6739128" cy="3626741"/>
          </a:xfrm>
          <a:prstGeom prst="rect">
            <a:avLst/>
          </a:prstGeom>
        </p:spPr>
      </p:pic>
      <p:pic>
        <p:nvPicPr>
          <p:cNvPr id="9" name="Obraz 8" descr="Obraz zawierający tekst, zrzut ekranu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49D5875D-79B1-A40C-8CA1-9ED9A9757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852128"/>
            <a:ext cx="5462016" cy="250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7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A4B8-D42C-2439-2FFC-83AFBF617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E5F608-76C2-B3C6-775C-2689C39D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4344" y="0"/>
            <a:ext cx="5013960" cy="1873568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Czego się nauczyliśmy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280FE3F-09E7-DFEA-22C8-E8151D43D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4344" y="1873568"/>
            <a:ext cx="5013960" cy="397506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AutoNum type="arabicPeriod"/>
            </a:pPr>
            <a:r>
              <a:rPr lang="pl-PL" dirty="0">
                <a:latin typeface="Calibri"/>
                <a:ea typeface="Calibri"/>
                <a:cs typeface="Calibri"/>
              </a:rPr>
              <a:t>Pracy grupowej</a:t>
            </a:r>
            <a:endParaRPr lang="pl-PL"/>
          </a:p>
          <a:p>
            <a:pPr marL="342900" indent="-342900">
              <a:buAutoNum type="arabicPeriod"/>
            </a:pPr>
            <a:r>
              <a:rPr lang="pl-PL" dirty="0">
                <a:latin typeface="Calibri"/>
                <a:ea typeface="Calibri"/>
                <a:cs typeface="Calibri"/>
              </a:rPr>
              <a:t>Rozporządzenia obowiązków</a:t>
            </a:r>
          </a:p>
          <a:p>
            <a:pPr marL="342900" indent="-342900">
              <a:buAutoNum type="arabicPeriod"/>
            </a:pPr>
            <a:r>
              <a:rPr lang="pl-PL" dirty="0">
                <a:latin typeface="Calibri"/>
                <a:ea typeface="Calibri"/>
                <a:cs typeface="Calibri"/>
              </a:rPr>
              <a:t>Wielowarstwowego programowania</a:t>
            </a:r>
          </a:p>
          <a:p>
            <a:pPr marL="342900" indent="-342900">
              <a:buAutoNum type="arabicPeriod"/>
            </a:pPr>
            <a:r>
              <a:rPr lang="pl-PL" dirty="0">
                <a:latin typeface="Calibri"/>
                <a:ea typeface="Calibri"/>
                <a:cs typeface="Calibri"/>
              </a:rPr>
              <a:t>W jaki sposób działa regulacja - opóźnienie, współczynniki, zakłócenia</a:t>
            </a:r>
          </a:p>
          <a:p>
            <a:pPr marL="342900" indent="-342900">
              <a:buAutoNum type="arabicPeriod"/>
            </a:pPr>
            <a:r>
              <a:rPr lang="pl-PL" dirty="0">
                <a:latin typeface="Calibri"/>
                <a:ea typeface="Calibri"/>
                <a:cs typeface="Calibri"/>
              </a:rPr>
              <a:t>Pisania kodu zrozumiałego dla wszystkich programistów</a:t>
            </a:r>
          </a:p>
          <a:p>
            <a:pPr marL="342900" indent="-342900">
              <a:buAutoNum type="arabicPeriod"/>
            </a:pPr>
            <a:r>
              <a:rPr lang="pl-PL" dirty="0">
                <a:latin typeface="Calibri"/>
                <a:ea typeface="Calibri"/>
                <a:cs typeface="Calibri"/>
              </a:rPr>
              <a:t>Pisania znaczących testów jednostkowych </a:t>
            </a:r>
            <a:endParaRPr lang="pl-PL" dirty="0">
              <a:ea typeface="Calibri"/>
              <a:cs typeface="Calibri"/>
            </a:endParaRPr>
          </a:p>
        </p:txBody>
      </p:sp>
      <p:sp>
        <p:nvSpPr>
          <p:cNvPr id="11" name="Data — symbol zastępczy 10">
            <a:extLst>
              <a:ext uri="{FF2B5EF4-FFF2-40B4-BE49-F238E27FC236}">
                <a16:creationId xmlns:a16="http://schemas.microsoft.com/office/drawing/2014/main" id="{7EADEB0F-BA0A-D7BD-C9BD-D17AE8ECB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pl-PL" dirty="0"/>
              <a:t>21.01.2026</a:t>
            </a:r>
          </a:p>
        </p:txBody>
      </p:sp>
      <p:sp>
        <p:nvSpPr>
          <p:cNvPr id="12" name="Stopka — symbol zastępczy 11">
            <a:extLst>
              <a:ext uri="{FF2B5EF4-FFF2-40B4-BE49-F238E27FC236}">
                <a16:creationId xmlns:a16="http://schemas.microsoft.com/office/drawing/2014/main" id="{AB34BDB2-4F4E-9A73-9AAA-3B2E60267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3" name="Numer slajdu — symbol zastępczy 12">
            <a:extLst>
              <a:ext uri="{FF2B5EF4-FFF2-40B4-BE49-F238E27FC236}">
                <a16:creationId xmlns:a16="http://schemas.microsoft.com/office/drawing/2014/main" id="{484323F7-F8A1-01C2-EC58-D82DF2AD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5</a:t>
            </a:fld>
            <a:endParaRPr lang="pl-PL"/>
          </a:p>
        </p:txBody>
      </p:sp>
      <p:pic>
        <p:nvPicPr>
          <p:cNvPr id="4" name="Obraz 3" descr="Obraz zawierający tekst, zrzut ekranu, wyświetlacz, oprogramowanie&#10;&#10;Zawartość wygenerowana przez AI może być niepoprawna.">
            <a:extLst>
              <a:ext uri="{FF2B5EF4-FFF2-40B4-BE49-F238E27FC236}">
                <a16:creationId xmlns:a16="http://schemas.microsoft.com/office/drawing/2014/main" id="{B9C5692E-498B-B0C6-8B32-BAD81D2C2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58" y="3721317"/>
            <a:ext cx="6168572" cy="2644796"/>
          </a:xfrm>
          <a:prstGeom prst="rect">
            <a:avLst/>
          </a:prstGeom>
        </p:spPr>
      </p:pic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E9D7F3E-2C07-4363-D543-81FFDE398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324" y="126168"/>
            <a:ext cx="4518782" cy="343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76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/>
          <a:lstStyle/>
          <a:p>
            <a:pPr rtl="0"/>
            <a:r>
              <a:rPr lang="pl-PL"/>
              <a:t>Dziękujemy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3767326" cy="1659715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Kamil Warczek</a:t>
            </a:r>
          </a:p>
          <a:p>
            <a:pPr rtl="0"/>
            <a:r>
              <a:rPr lang="pl-PL" dirty="0">
                <a:solidFill>
                  <a:schemeClr val="bg1">
                    <a:lumMod val="75000"/>
                  </a:schemeClr>
                </a:solidFill>
              </a:rPr>
              <a:t>kw316241@student.polsl.pl</a:t>
            </a:r>
          </a:p>
          <a:p>
            <a:pPr rtl="0"/>
            <a:r>
              <a:rPr lang="pl-PL" dirty="0"/>
              <a:t>Antoni Surowy</a:t>
            </a:r>
          </a:p>
          <a:p>
            <a:r>
              <a:rPr lang="pl-PL" dirty="0">
                <a:solidFill>
                  <a:schemeClr val="bg1">
                    <a:lumMod val="75000"/>
                  </a:schemeClr>
                </a:solidFill>
              </a:rPr>
              <a:t>as316262@student.polsl.pl</a:t>
            </a:r>
          </a:p>
        </p:txBody>
      </p:sp>
      <p:sp>
        <p:nvSpPr>
          <p:cNvPr id="11" name="Stopka — symbol zastępczy 10">
            <a:extLst>
              <a:ext uri="{FF2B5EF4-FFF2-40B4-BE49-F238E27FC236}">
                <a16:creationId xmlns:a16="http://schemas.microsoft.com/office/drawing/2014/main" id="{1BD5936D-597B-433D-BAF2-72206FEC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3035808" cy="365125"/>
          </a:xfrm>
        </p:spPr>
        <p:txBody>
          <a:bodyPr rtlCol="0"/>
          <a:lstStyle/>
          <a:p>
            <a:r>
              <a:rPr lang="pl-PL" dirty="0"/>
              <a:t>Projekt aplikacji symulacji układu automatycznej regulacji</a:t>
            </a:r>
          </a:p>
        </p:txBody>
      </p:sp>
      <p:sp>
        <p:nvSpPr>
          <p:cNvPr id="12" name="Numer slajdu — symbol zastępczy 11">
            <a:extLst>
              <a:ext uri="{FF2B5EF4-FFF2-40B4-BE49-F238E27FC236}">
                <a16:creationId xmlns:a16="http://schemas.microsoft.com/office/drawing/2014/main" id="{2257BCF9-933D-4329-B564-4E404B1C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l-PL" smtClean="0"/>
              <a:pPr rtl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270_TF03460514_Win32.potx" id="{D93D5069-C7D5-47CD-AF70-FB3C8F5463E0}" vid="{61CFD8A8-B8F7-4C15-BB1A-ACBC12D97C4D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4F7154-AFAC-4BE7-8A74-7F4B6FC2743C}">
  <ds:schemaRefs>
    <ds:schemaRef ds:uri="230e9df3-be65-4c73-a93b-d1236ebd677e"/>
    <ds:schemaRef ds:uri="16c05727-aa75-4e4a-9b5f-8a80a1165891"/>
    <ds:schemaRef ds:uri="http://purl.org/dc/elements/1.1/"/>
    <ds:schemaRef ds:uri="http://purl.org/dc/terms/"/>
    <ds:schemaRef ds:uri="http://schemas.microsoft.com/office/2006/documentManagement/types"/>
    <ds:schemaRef ds:uri="71af3243-3dd4-4a8d-8c0d-dd76da1f02a5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{4A0B4682-031D-43B9-8287-55DD5EED8F13}TFb86055d1-6a43-42b6-93a8-3e59ea4e3a703356fc73_win32-211f62b23422</Template>
  <TotalTime>610</TotalTime>
  <Words>108</Words>
  <Application>Microsoft Office PowerPoint</Application>
  <PresentationFormat>Panoramiczny</PresentationFormat>
  <Paragraphs>39</Paragraphs>
  <Slides>6</Slides>
  <Notes>6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7" baseType="lpstr">
      <vt:lpstr>Motyw pakietu Office</vt:lpstr>
      <vt:lpstr>Projekt aplikacji symulacji układu automatycznej regulacji</vt:lpstr>
      <vt:lpstr>Algorytmy skalowania wykresów</vt:lpstr>
      <vt:lpstr>Algorytmy skalowania wykresów</vt:lpstr>
      <vt:lpstr>Czego się nauczyliśmy</vt:lpstr>
      <vt:lpstr>Czego się nauczyliśmy</vt:lpstr>
      <vt:lpstr>Dziękujemy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Warczek (kw316241)</dc:creator>
  <cp:lastModifiedBy>Kamil Warczek (kw316241)</cp:lastModifiedBy>
  <cp:revision>46</cp:revision>
  <dcterms:created xsi:type="dcterms:W3CDTF">2025-10-20T16:54:32Z</dcterms:created>
  <dcterms:modified xsi:type="dcterms:W3CDTF">2026-01-21T08:05:58Z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
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3" r:id="rId6"/>
    <p:sldId id="287" r:id="rId7"/>
    <p:sldId id="291" r:id="rId8"/>
    <p:sldId id="295" r:id="rId9"/>
    <p:sldId id="294" r:id="rId10"/>
    <p:sldId id="292" r:id="rId11"/>
    <p:sldId id="293" r:id="rId12"/>
    <p:sldId id="289" r:id="rId13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CBD96-9F2C-43A6-80A8-8FED8D6F3402}" v="11" dt="2025-11-28T14:16:20.0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 Warczek (kw316241)" userId="f3db8089-45d3-4ce7-81b6-9eb81915560c" providerId="ADAL" clId="{C3BDEFB5-E591-4296-8B5E-D036F4630AA8}"/>
    <pc:docChg chg="undo custSel addSld delSld modSld sldOrd">
      <pc:chgData name="Kamil Warczek (kw316241)" userId="f3db8089-45d3-4ce7-81b6-9eb81915560c" providerId="ADAL" clId="{C3BDEFB5-E591-4296-8B5E-D036F4630AA8}" dt="2025-11-28T14:16:31.504" v="1285" actId="1076"/>
      <pc:docMkLst>
        <pc:docMk/>
      </pc:docMkLst>
      <pc:sldChg chg="addSp delSp modSp del mod">
        <pc:chgData name="Kamil Warczek (kw316241)" userId="f3db8089-45d3-4ce7-81b6-9eb81915560c" providerId="ADAL" clId="{C3BDEFB5-E591-4296-8B5E-D036F4630AA8}" dt="2025-11-28T14:12:57.193" v="1254" actId="47"/>
        <pc:sldMkLst>
          <pc:docMk/>
          <pc:sldMk cId="3477453048" sldId="282"/>
        </pc:sldMkLst>
        <pc:picChg chg="del mod">
          <ac:chgData name="Kamil Warczek (kw316241)" userId="f3db8089-45d3-4ce7-81b6-9eb81915560c" providerId="ADAL" clId="{C3BDEFB5-E591-4296-8B5E-D036F4630AA8}" dt="2025-11-28T14:12:49.922" v="1250" actId="21"/>
          <ac:picMkLst>
            <pc:docMk/>
            <pc:sldMk cId="3477453048" sldId="282"/>
            <ac:picMk id="3" creationId="{6F78F70B-D145-8584-CBF2-97A149202904}"/>
          </ac:picMkLst>
        </pc:picChg>
      </pc:sldChg>
      <pc:sldChg chg="delSp modSp mod ord">
        <pc:chgData name="Kamil Warczek (kw316241)" userId="f3db8089-45d3-4ce7-81b6-9eb81915560c" providerId="ADAL" clId="{C3BDEFB5-E591-4296-8B5E-D036F4630AA8}" dt="2025-11-26T19:49:01.736" v="562" actId="478"/>
        <pc:sldMkLst>
          <pc:docMk/>
          <pc:sldMk cId="3396266754" sldId="283"/>
        </pc:sldMkLst>
        <pc:spChg chg="mod">
          <ac:chgData name="Kamil Warczek (kw316241)" userId="f3db8089-45d3-4ce7-81b6-9eb81915560c" providerId="ADAL" clId="{C3BDEFB5-E591-4296-8B5E-D036F4630AA8}" dt="2025-11-26T19:48:57.015" v="561" actId="20577"/>
          <ac:spMkLst>
            <pc:docMk/>
            <pc:sldMk cId="3396266754" sldId="283"/>
            <ac:spMk id="2" creationId="{27A6F7BB-30A8-4980-AD4A-2FB0B53FA6C9}"/>
          </ac:spMkLst>
        </pc:spChg>
        <pc:spChg chg="mod">
          <ac:chgData name="Kamil Warczek (kw316241)" userId="f3db8089-45d3-4ce7-81b6-9eb81915560c" providerId="ADAL" clId="{C3BDEFB5-E591-4296-8B5E-D036F4630AA8}" dt="2025-11-26T19:48:07.847" v="541" actId="20577"/>
          <ac:spMkLst>
            <pc:docMk/>
            <pc:sldMk cId="3396266754" sldId="283"/>
            <ac:spMk id="93" creationId="{3AC5835A-784B-4C88-A45F-7E8D3F44A04A}"/>
          </ac:spMkLst>
        </pc:spChg>
      </pc:sldChg>
      <pc:sldChg chg="addSp modSp mod">
        <pc:chgData name="Kamil Warczek (kw316241)" userId="f3db8089-45d3-4ce7-81b6-9eb81915560c" providerId="ADAL" clId="{C3BDEFB5-E591-4296-8B5E-D036F4630AA8}" dt="2025-11-28T14:12:55.526" v="1253" actId="1076"/>
        <pc:sldMkLst>
          <pc:docMk/>
          <pc:sldMk cId="3980871660" sldId="287"/>
        </pc:sldMkLst>
        <pc:spChg chg="mod">
          <ac:chgData name="Kamil Warczek (kw316241)" userId="f3db8089-45d3-4ce7-81b6-9eb81915560c" providerId="ADAL" clId="{C3BDEFB5-E591-4296-8B5E-D036F4630AA8}" dt="2025-11-26T19:52:12.568" v="939" actId="1076"/>
          <ac:spMkLst>
            <pc:docMk/>
            <pc:sldMk cId="3980871660" sldId="287"/>
            <ac:spMk id="2" creationId="{6719F29B-F233-48AF-8261-F33A4E079E3E}"/>
          </ac:spMkLst>
        </pc:spChg>
        <pc:spChg chg="mod">
          <ac:chgData name="Kamil Warczek (kw316241)" userId="f3db8089-45d3-4ce7-81b6-9eb81915560c" providerId="ADAL" clId="{C3BDEFB5-E591-4296-8B5E-D036F4630AA8}" dt="2025-11-28T14:12:46.621" v="1248" actId="14100"/>
          <ac:spMkLst>
            <pc:docMk/>
            <pc:sldMk cId="3980871660" sldId="287"/>
            <ac:spMk id="3" creationId="{35E3EA69-4E0E-41BD-8095-A124225A2647}"/>
          </ac:spMkLst>
        </pc:spChg>
        <pc:spChg chg="mod">
          <ac:chgData name="Kamil Warczek (kw316241)" userId="f3db8089-45d3-4ce7-81b6-9eb81915560c" providerId="ADAL" clId="{C3BDEFB5-E591-4296-8B5E-D036F4630AA8}" dt="2025-11-26T19:47:57.813" v="529" actId="20577"/>
          <ac:spMkLst>
            <pc:docMk/>
            <pc:sldMk cId="3980871660" sldId="287"/>
            <ac:spMk id="11" creationId="{5837F6CC-F87E-4BF6-9EFE-DA537BAB6BE0}"/>
          </ac:spMkLst>
        </pc:spChg>
        <pc:picChg chg="add mod">
          <ac:chgData name="Kamil Warczek (kw316241)" userId="f3db8089-45d3-4ce7-81b6-9eb81915560c" providerId="ADAL" clId="{C3BDEFB5-E591-4296-8B5E-D036F4630AA8}" dt="2025-11-28T14:12:55.526" v="1253" actId="1076"/>
          <ac:picMkLst>
            <pc:docMk/>
            <pc:sldMk cId="3980871660" sldId="287"/>
            <ac:picMk id="4" creationId="{6F78F70B-D145-8584-CBF2-97A149202904}"/>
          </ac:picMkLst>
        </pc:picChg>
      </pc:sldChg>
      <pc:sldChg chg="delSp mod">
        <pc:chgData name="Kamil Warczek (kw316241)" userId="f3db8089-45d3-4ce7-81b6-9eb81915560c" providerId="ADAL" clId="{C3BDEFB5-E591-4296-8B5E-D036F4630AA8}" dt="2025-11-26T19:48:25.442" v="554" actId="478"/>
        <pc:sldMkLst>
          <pc:docMk/>
          <pc:sldMk cId="3242998563" sldId="289"/>
        </pc:sldMkLst>
      </pc:sldChg>
      <pc:sldChg chg="addSp modSp add mod ord">
        <pc:chgData name="Kamil Warczek (kw316241)" userId="f3db8089-45d3-4ce7-81b6-9eb81915560c" providerId="ADAL" clId="{C3BDEFB5-E591-4296-8B5E-D036F4630AA8}" dt="2025-11-28T14:12:25.026" v="1244" actId="1076"/>
        <pc:sldMkLst>
          <pc:docMk/>
          <pc:sldMk cId="1268005270" sldId="291"/>
        </pc:sldMkLst>
        <pc:spChg chg="mod">
          <ac:chgData name="Kamil Warczek (kw316241)" userId="f3db8089-45d3-4ce7-81b6-9eb81915560c" providerId="ADAL" clId="{C3BDEFB5-E591-4296-8B5E-D036F4630AA8}" dt="2025-11-28T14:12:15.690" v="1242" actId="1076"/>
          <ac:spMkLst>
            <pc:docMk/>
            <pc:sldMk cId="1268005270" sldId="291"/>
            <ac:spMk id="2" creationId="{3A51E375-5316-3AAB-056E-625DD84AD664}"/>
          </ac:spMkLst>
        </pc:spChg>
        <pc:spChg chg="mod">
          <ac:chgData name="Kamil Warczek (kw316241)" userId="f3db8089-45d3-4ce7-81b6-9eb81915560c" providerId="ADAL" clId="{C3BDEFB5-E591-4296-8B5E-D036F4630AA8}" dt="2025-11-28T14:12:21.277" v="1243" actId="1076"/>
          <ac:spMkLst>
            <pc:docMk/>
            <pc:sldMk cId="1268005270" sldId="291"/>
            <ac:spMk id="3" creationId="{2D0B2A31-0533-20D6-5696-02A58CB10843}"/>
          </ac:spMkLst>
        </pc:spChg>
        <pc:spChg chg="add mod">
          <ac:chgData name="Kamil Warczek (kw316241)" userId="f3db8089-45d3-4ce7-81b6-9eb81915560c" providerId="ADAL" clId="{C3BDEFB5-E591-4296-8B5E-D036F4630AA8}" dt="2025-11-28T14:12:25.026" v="1244" actId="1076"/>
          <ac:spMkLst>
            <pc:docMk/>
            <pc:sldMk cId="1268005270" sldId="291"/>
            <ac:spMk id="4" creationId="{45DDB5F3-85D3-82EF-1E5F-4AD3ED9E5947}"/>
          </ac:spMkLst>
        </pc:spChg>
      </pc:sldChg>
      <pc:sldChg chg="addSp delSp modSp add mod ord">
        <pc:chgData name="Kamil Warczek (kw316241)" userId="f3db8089-45d3-4ce7-81b6-9eb81915560c" providerId="ADAL" clId="{C3BDEFB5-E591-4296-8B5E-D036F4630AA8}" dt="2025-11-28T14:15:54.662" v="1278" actId="962"/>
        <pc:sldMkLst>
          <pc:docMk/>
          <pc:sldMk cId="2290892035" sldId="292"/>
        </pc:sldMkLst>
        <pc:spChg chg="mod">
          <ac:chgData name="Kamil Warczek (kw316241)" userId="f3db8089-45d3-4ce7-81b6-9eb81915560c" providerId="ADAL" clId="{C3BDEFB5-E591-4296-8B5E-D036F4630AA8}" dt="2025-11-26T19:55:10.303" v="1158" actId="14100"/>
          <ac:spMkLst>
            <pc:docMk/>
            <pc:sldMk cId="2290892035" sldId="292"/>
            <ac:spMk id="2" creationId="{55AF8218-C783-13F9-DFF9-5CAFECCFEE3F}"/>
          </ac:spMkLst>
        </pc:spChg>
        <pc:spChg chg="mod">
          <ac:chgData name="Kamil Warczek (kw316241)" userId="f3db8089-45d3-4ce7-81b6-9eb81915560c" providerId="ADAL" clId="{C3BDEFB5-E591-4296-8B5E-D036F4630AA8}" dt="2025-11-26T19:55:42.296" v="1203" actId="1076"/>
          <ac:spMkLst>
            <pc:docMk/>
            <pc:sldMk cId="2290892035" sldId="292"/>
            <ac:spMk id="3" creationId="{55A6B693-D572-1C47-4700-47FBBA9F765C}"/>
          </ac:spMkLst>
        </pc:spChg>
        <pc:spChg chg="del mod">
          <ac:chgData name="Kamil Warczek (kw316241)" userId="f3db8089-45d3-4ce7-81b6-9eb81915560c" providerId="ADAL" clId="{C3BDEFB5-E591-4296-8B5E-D036F4630AA8}" dt="2025-11-28T14:15:14.723" v="1274" actId="478"/>
          <ac:spMkLst>
            <pc:docMk/>
            <pc:sldMk cId="2290892035" sldId="292"/>
            <ac:spMk id="4" creationId="{25597147-45A2-C9B3-40EE-39E7C96B02BF}"/>
          </ac:spMkLst>
        </pc:spChg>
        <pc:picChg chg="add mod">
          <ac:chgData name="Kamil Warczek (kw316241)" userId="f3db8089-45d3-4ce7-81b6-9eb81915560c" providerId="ADAL" clId="{C3BDEFB5-E591-4296-8B5E-D036F4630AA8}" dt="2025-11-28T14:15:54.662" v="1278" actId="962"/>
          <ac:picMkLst>
            <pc:docMk/>
            <pc:sldMk cId="2290892035" sldId="292"/>
            <ac:picMk id="6" creationId="{A67E463A-A200-ADA8-A6AC-008A00C79FA5}"/>
          </ac:picMkLst>
        </pc:picChg>
      </pc:sldChg>
      <pc:sldChg chg="addSp delSp modSp add mod">
        <pc:chgData name="Kamil Warczek (kw316241)" userId="f3db8089-45d3-4ce7-81b6-9eb81915560c" providerId="ADAL" clId="{C3BDEFB5-E591-4296-8B5E-D036F4630AA8}" dt="2025-11-28T14:16:31.504" v="1285" actId="1076"/>
        <pc:sldMkLst>
          <pc:docMk/>
          <pc:sldMk cId="779089081" sldId="293"/>
        </pc:sldMkLst>
        <pc:spChg chg="mod">
          <ac:chgData name="Kamil Warczek (kw316241)" userId="f3db8089-45d3-4ce7-81b6-9eb81915560c" providerId="ADAL" clId="{C3BDEFB5-E591-4296-8B5E-D036F4630AA8}" dt="2025-11-26T19:56:01.630" v="1226" actId="20577"/>
          <ac:spMkLst>
            <pc:docMk/>
            <pc:sldMk cId="779089081" sldId="293"/>
            <ac:spMk id="3" creationId="{451191BD-A9FB-8D22-6F52-A322D3509D71}"/>
          </ac:spMkLst>
        </pc:spChg>
        <pc:spChg chg="del mod">
          <ac:chgData name="Kamil Warczek (kw316241)" userId="f3db8089-45d3-4ce7-81b6-9eb81915560c" providerId="ADAL" clId="{C3BDEFB5-E591-4296-8B5E-D036F4630AA8}" dt="2025-11-28T14:15:00.255" v="1258" actId="478"/>
          <ac:spMkLst>
            <pc:docMk/>
            <pc:sldMk cId="779089081" sldId="293"/>
            <ac:spMk id="4" creationId="{E8B82B98-9D4D-C43A-47E9-21B04B21596B}"/>
          </ac:spMkLst>
        </pc:spChg>
        <pc:picChg chg="add mod modCrop">
          <ac:chgData name="Kamil Warczek (kw316241)" userId="f3db8089-45d3-4ce7-81b6-9eb81915560c" providerId="ADAL" clId="{C3BDEFB5-E591-4296-8B5E-D036F4630AA8}" dt="2025-11-28T14:16:28.469" v="1284" actId="1076"/>
          <ac:picMkLst>
            <pc:docMk/>
            <pc:sldMk cId="779089081" sldId="293"/>
            <ac:picMk id="6" creationId="{763D76F1-2CAD-0E41-5F03-17D4571B24E3}"/>
          </ac:picMkLst>
        </pc:picChg>
        <pc:picChg chg="add mod">
          <ac:chgData name="Kamil Warczek (kw316241)" userId="f3db8089-45d3-4ce7-81b6-9eb81915560c" providerId="ADAL" clId="{C3BDEFB5-E591-4296-8B5E-D036F4630AA8}" dt="2025-11-28T14:16:31.504" v="1285" actId="1076"/>
          <ac:picMkLst>
            <pc:docMk/>
            <pc:sldMk cId="779089081" sldId="293"/>
            <ac:picMk id="8" creationId="{93DC4094-21E2-D4CB-6249-B0983060ADF5}"/>
          </ac:picMkLst>
        </pc:picChg>
      </pc:sldChg>
      <pc:sldChg chg="addSp modSp mod ord">
        <pc:chgData name="Kamil Warczek (kw316241)" userId="f3db8089-45d3-4ce7-81b6-9eb81915560c" providerId="ADAL" clId="{C3BDEFB5-E591-4296-8B5E-D036F4630AA8}" dt="2025-11-28T14:12:01.367" v="1240" actId="1076"/>
        <pc:sldMkLst>
          <pc:docMk/>
          <pc:sldMk cId="2383436169" sldId="294"/>
        </pc:sldMkLst>
        <pc:picChg chg="add mod modCrop">
          <ac:chgData name="Kamil Warczek (kw316241)" userId="f3db8089-45d3-4ce7-81b6-9eb81915560c" providerId="ADAL" clId="{C3BDEFB5-E591-4296-8B5E-D036F4630AA8}" dt="2025-11-28T14:12:01.367" v="1240" actId="1076"/>
          <ac:picMkLst>
            <pc:docMk/>
            <pc:sldMk cId="2383436169" sldId="294"/>
            <ac:picMk id="4" creationId="{4448B1F1-2F95-3E53-BC5C-77C10AFC7933}"/>
          </ac:picMkLst>
        </pc:picChg>
      </pc:sldChg>
      <pc:sldChg chg="modSp add mod">
        <pc:chgData name="Kamil Warczek (kw316241)" userId="f3db8089-45d3-4ce7-81b6-9eb81915560c" providerId="ADAL" clId="{C3BDEFB5-E591-4296-8B5E-D036F4630AA8}" dt="2025-11-28T14:11:38.417" v="1234" actId="1076"/>
        <pc:sldMkLst>
          <pc:docMk/>
          <pc:sldMk cId="1899399915" sldId="295"/>
        </pc:sldMkLst>
        <pc:picChg chg="mod modCrop">
          <ac:chgData name="Kamil Warczek (kw316241)" userId="f3db8089-45d3-4ce7-81b6-9eb81915560c" providerId="ADAL" clId="{C3BDEFB5-E591-4296-8B5E-D036F4630AA8}" dt="2025-11-28T14:11:38.417" v="1234" actId="1076"/>
          <ac:picMkLst>
            <pc:docMk/>
            <pc:sldMk cId="1899399915" sldId="295"/>
            <ac:picMk id="4" creationId="{00342DCA-52DB-CBFB-B27F-3CB8F22E156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8F521E1-0C12-4760-BDE0-45E97124B4AC}" type="datetime1">
              <a:rPr lang="pl-PL" smtClean="0"/>
              <a:t>28.11.2025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38F4B-9F29-4743-AA85-EA4FA1270FE4}" type="datetime1">
              <a:rPr lang="pl-PL" smtClean="0"/>
              <a:pPr/>
              <a:t>28.11.2025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2252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8762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BEEE-D733-7E47-64E8-2E5CE679D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C507B88-4ADC-BBC1-B5BA-DFB4E17D2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27489BD-B568-6D15-8FB1-989C93F32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1C67F18-6196-72D6-D334-E623B9A1D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503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DA0B1-E931-C959-2666-02D8E905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2A3F6FC-C103-6F49-546A-A4CB78B16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CAE6BF3-3782-75DD-DA18-D0FFDCF9E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47835A5-F448-EE93-13C0-48768D321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7345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08F89-DFA7-D5C0-C635-5D63D08F5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05B4DF8-7AC4-7855-7242-B281A1903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C0D4A45-B612-06F5-2A35-F4586E0D7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A9FDB6-0A31-6A8B-22E8-F5302B7E9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4414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02967-9335-3FC1-C608-2E25D3B4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9F7B671-A229-F209-885D-9CAAA5792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A90DBAF-32B7-E2DD-9F0F-4A7EE983F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BBD688B-9E29-5DC9-350C-370431BDB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81043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0377-E4AC-DAC1-1380-3FA7A6BE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D29E3AB-127A-E999-CBC9-87628802C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6429442-E5AE-1034-2622-DD9CF6B71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07F87A7-21BB-592D-2902-808F36876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0842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18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dwa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wzorców tekstu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Zawartość — symbol zastępczy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cztery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Zawartość — symbol zastępczy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5" name="Zawartość — symbol zastępczy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Zawartość — symbol zastępczy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7" name="Zawartość — symbol zastępczy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8" name="Zawartość — symbol zastępczy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9" name="Zawartość — symbol zastępczy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0" name="Zawartość — symbol zastępczy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le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z górnym obramowani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8" name="Data — symbol zastępczy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Stopka — symbol zastępczy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ztery elementy zawartośc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5" name="Data — symbol zastępczy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6" name="Stopka — symbol zastępczy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7" name="Numer slajdu — symbol zastępczy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, zawartość i cztery obraz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8" name="Tekst — symbol zastępczy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0" name="Data — symbol zastępczy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31" name="Stopka — symbol zastępczy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32" name="Numer slajdu — symbol zastępczy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t organizacyjn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4" name="Tekst — symbol zastępczy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5" name="Tekst — symbol zastępczy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6" name="Tekst — symbol zastępczy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7" name="Tekst — symbol zastępczy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8" name="Tekst — symbol zastępczy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9" name="Tekst — symbol zastępczy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a — symbol zastępczy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42" name="Stopka — symbol zastępczy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43" name="Numer slajdu — symbol zastępczy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47" name="Łącznik prosty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Łącznik prosty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Łącznik prosty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Łącznik prosty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Łącznik prosty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pra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Data — symbol zastępczy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8" name="Stopka — symbol zastępczy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mykanie slajd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pl-PL" noProof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zespoł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Obraz — symbol zastępczy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7" name="Obraz — symbol zastępczy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8" name="Obraz — symbol zastępczy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9" name="Obraz — symbol zastępczy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2" name="Tekst — symbol zastępczy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2" name="Tekst — symbol zastępczy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3" name="Tekst — symbol zastępczy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4" name="Data — symbol zastępczy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5" name="Stopka — symbol zastępczy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6" name="Numer slajdu — symbol zastępczy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11680"/>
            <a:ext cx="5739882" cy="2841890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Projekt aplikacji symulacji układu automatycznej regulacji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l-PL" dirty="0"/>
              <a:t>Kamil Warczek</a:t>
            </a:r>
          </a:p>
          <a:p>
            <a:pPr rtl="0"/>
            <a:r>
              <a:rPr lang="pl-PL" dirty="0"/>
              <a:t>Antoni Surowy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225" y="136525"/>
            <a:ext cx="7839075" cy="365125"/>
          </a:xfrm>
        </p:spPr>
        <p:txBody>
          <a:bodyPr rtlCol="0">
            <a:noAutofit/>
          </a:bodyPr>
          <a:lstStyle/>
          <a:p>
            <a:pPr rtl="0"/>
            <a:r>
              <a:rPr lang="pl-PL" sz="2800" dirty="0"/>
              <a:t>Schemat UML hierarchii klas</a:t>
            </a:r>
          </a:p>
        </p:txBody>
      </p:sp>
      <p:sp>
        <p:nvSpPr>
          <p:cNvPr id="93" name="Data — symbol zastępczy 92">
            <a:extLst>
              <a:ext uri="{FF2B5EF4-FFF2-40B4-BE49-F238E27FC236}">
                <a16:creationId xmlns:a16="http://schemas.microsoft.com/office/drawing/2014/main" id="{3AC5835A-784B-4C88-A45F-7E8D3F44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94" name="Stopka — symbol zastępczy 93">
            <a:extLst>
              <a:ext uri="{FF2B5EF4-FFF2-40B4-BE49-F238E27FC236}">
                <a16:creationId xmlns:a16="http://schemas.microsoft.com/office/drawing/2014/main" id="{50D83CAC-5CC8-48FB-9901-0AE1FB07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95" name="Numer slajdu — symbol zastępczy 94">
            <a:extLst>
              <a:ext uri="{FF2B5EF4-FFF2-40B4-BE49-F238E27FC236}">
                <a16:creationId xmlns:a16="http://schemas.microsoft.com/office/drawing/2014/main" id="{D540D638-BFEC-45F4-AEB5-32A5318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</a:t>
            </a:fld>
            <a:endParaRPr lang="pl-PL"/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E202788-8FED-75A2-9D57-AABA37C4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7" name="Grafika 6">
            <a:extLst>
              <a:ext uri="{FF2B5EF4-FFF2-40B4-BE49-F238E27FC236}">
                <a16:creationId xmlns:a16="http://schemas.microsoft.com/office/drawing/2014/main" id="{F6F439EB-B353-7AC7-5416-5C46AB92D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9030" y="416689"/>
            <a:ext cx="6793940" cy="602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1060705"/>
            <a:ext cx="5013960" cy="1873568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Omówienie szczegółów implementacyjnych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3429000"/>
            <a:ext cx="5013960" cy="1103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Implementacja ustawiania okresu generatora sprawiła najwięcej problemów. Problemem było zezwolenie tylko na n’te krotności pewnej wartości.</a:t>
            </a:r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</a:t>
            </a:fld>
            <a:endParaRPr lang="pl-PL"/>
          </a:p>
        </p:txBody>
      </p:sp>
      <p:pic>
        <p:nvPicPr>
          <p:cNvPr id="4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F78F70B-D145-8584-CBF2-97A149202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05" y="4284696"/>
            <a:ext cx="11541590" cy="190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BDE4-D5B5-345B-4A4D-01A6C74B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51E375-5316-3AAB-056E-625DD84A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309" y="39941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pl-PL" dirty="0"/>
              <a:t>Omówienie </a:t>
            </a:r>
            <a:br>
              <a:rPr lang="pl-PL" dirty="0"/>
            </a:br>
            <a:r>
              <a:rPr lang="pl-PL" dirty="0"/>
              <a:t>szczegółów implementacyjnych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D0B2A31-0533-20D6-5696-02A58CB1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78" y="3991151"/>
            <a:ext cx="2940693" cy="3276464"/>
          </a:xfrm>
        </p:spPr>
        <p:txBody>
          <a:bodyPr vert="horz" lIns="91440" tIns="45720" rIns="91440" bIns="45720" rtlCol="0">
            <a:normAutofit/>
          </a:bodyPr>
          <a:lstStyle/>
          <a:p>
            <a:pPr rtl="0"/>
            <a:r>
              <a:rPr lang="pl-PL" dirty="0"/>
              <a:t>Największą satysfakcję przyniosła implementacja algorytmu losowania i wypisywania nieudanych testów.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A479E0D6-342B-01B7-CBD4-30857D009A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l-PL" kern="1200">
                <a:latin typeface="Calibri" panose="020F0502020204030204" pitchFamily="34" charset="0"/>
                <a:ea typeface="+mn-ea"/>
                <a:cs typeface="+mn-cs"/>
              </a:rPr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873AD761-6273-3A44-849D-A42FAAD1A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l-PL" kern="1200">
                <a:latin typeface="Calibri" panose="020F0502020204030204" pitchFamily="34" charset="0"/>
                <a:ea typeface="+mn-ea"/>
                <a:cs typeface="+mn-cs"/>
              </a:rPr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A87B7C0F-9A9C-531F-F9B8-27B68607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pl-PL" smtClean="0"/>
              <a:pPr>
                <a:spcAft>
                  <a:spcPts val="600"/>
                </a:spcAft>
              </a:pPr>
              <a:t>4</a:t>
            </a:fld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DB5F3-85D3-82EF-1E5F-4AD3ED9E5947}"/>
              </a:ext>
            </a:extLst>
          </p:cNvPr>
          <p:cNvSpPr/>
          <p:nvPr/>
        </p:nvSpPr>
        <p:spPr>
          <a:xfrm>
            <a:off x="5724716" y="1365504"/>
            <a:ext cx="4348039" cy="499084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>
              <a:spcAft>
                <a:spcPts val="600"/>
              </a:spcAft>
            </a:pPr>
            <a:endParaRPr lang="en-US" sz="16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00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6073-E2F8-E0C3-D0F5-755185D4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29F55A-505D-BD53-0FC4-57221634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373063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sz="2800" dirty="0"/>
              <a:t>Interfejs klasy warstwy usług</a:t>
            </a:r>
          </a:p>
        </p:txBody>
      </p:sp>
      <p:sp>
        <p:nvSpPr>
          <p:cNvPr id="113" name="Data — symbol zastępczy 112">
            <a:extLst>
              <a:ext uri="{FF2B5EF4-FFF2-40B4-BE49-F238E27FC236}">
                <a16:creationId xmlns:a16="http://schemas.microsoft.com/office/drawing/2014/main" id="{15DAB2D3-817D-DC15-7E27-77D3A5B1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14" name="Stopka — symbol zastępczy 113">
            <a:extLst>
              <a:ext uri="{FF2B5EF4-FFF2-40B4-BE49-F238E27FC236}">
                <a16:creationId xmlns:a16="http://schemas.microsoft.com/office/drawing/2014/main" id="{EDCEBAFC-03FF-2872-7275-60B52C6B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15" name="Numer slajdu — symbol zastępczy 114">
            <a:extLst>
              <a:ext uri="{FF2B5EF4-FFF2-40B4-BE49-F238E27FC236}">
                <a16:creationId xmlns:a16="http://schemas.microsoft.com/office/drawing/2014/main" id="{66EAA86D-B7B9-7715-B6F3-CBF1FEDE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5</a:t>
            </a:fld>
            <a:endParaRPr lang="pl-PL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0342DCA-52DB-CBFB-B27F-3CB8F22E1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921"/>
          <a:stretch>
            <a:fillRect/>
          </a:stretch>
        </p:blipFill>
        <p:spPr>
          <a:xfrm>
            <a:off x="1720580" y="956187"/>
            <a:ext cx="9114721" cy="494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9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CD94-5CCB-D9DD-9DF6-1A8180DB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C14065-EAC6-D1A6-8BDC-AFE9874D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373063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sz="2800" dirty="0"/>
              <a:t>Interfejs klasy warstwy usług</a:t>
            </a:r>
          </a:p>
        </p:txBody>
      </p:sp>
      <p:sp>
        <p:nvSpPr>
          <p:cNvPr id="113" name="Data — symbol zastępczy 112">
            <a:extLst>
              <a:ext uri="{FF2B5EF4-FFF2-40B4-BE49-F238E27FC236}">
                <a16:creationId xmlns:a16="http://schemas.microsoft.com/office/drawing/2014/main" id="{9D49C0F8-5B63-BDEB-F77E-80B42663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14" name="Stopka — symbol zastępczy 113">
            <a:extLst>
              <a:ext uri="{FF2B5EF4-FFF2-40B4-BE49-F238E27FC236}">
                <a16:creationId xmlns:a16="http://schemas.microsoft.com/office/drawing/2014/main" id="{67A5FBB2-7BD2-8646-D2C5-C62A46AC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15" name="Numer slajdu — symbol zastępczy 114">
            <a:extLst>
              <a:ext uri="{FF2B5EF4-FFF2-40B4-BE49-F238E27FC236}">
                <a16:creationId xmlns:a16="http://schemas.microsoft.com/office/drawing/2014/main" id="{87E258C9-5670-D7F3-897B-CEE6D2F7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6</a:t>
            </a:fld>
            <a:endParaRPr lang="pl-PL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48B1F1-2F95-3E53-BC5C-77C10AFC7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222"/>
          <a:stretch>
            <a:fillRect/>
          </a:stretch>
        </p:blipFill>
        <p:spPr>
          <a:xfrm>
            <a:off x="1467798" y="1796845"/>
            <a:ext cx="9886002" cy="326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3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BFF06-5656-E737-2246-EC9C6DCD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AF8218-C783-13F9-DFF9-5CAFECCF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539497"/>
            <a:ext cx="5013960" cy="115214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Działanie testów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A6B693-D572-1C47-4700-47FBBA9F7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420" y="1691640"/>
            <a:ext cx="5013960" cy="58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Testy dostarczone razem ze specyfikacją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565FE958-A3E9-F036-EF74-907FFEC7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2D122D91-918D-2618-8CA7-5A892651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4248D41A-B644-3434-26EC-9898508C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7</a:t>
            </a:fld>
            <a:endParaRPr lang="pl-PL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67E463A-A200-ADA8-A6AC-008A00C79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000" y="2152725"/>
            <a:ext cx="7376799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2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030F0-1891-6C82-2AEB-69D2CEF1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F71E5F-3244-F8DE-EAAF-EBC35434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539497"/>
            <a:ext cx="5013960" cy="115214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Działanie testów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1191BD-A9FB-8D22-6F52-A322D3509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420" y="1691640"/>
            <a:ext cx="5013960" cy="585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dirty="0"/>
              <a:t>Testy autorskie</a:t>
            </a:r>
          </a:p>
          <a:p>
            <a:pPr rtl="0"/>
            <a:endParaRPr lang="pl-PL" dirty="0"/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8445918D-1716-874F-59D2-C4A9F6AAD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27.11.2025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AAFAD4B1-2A93-3BD1-6867-0FCF6495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2D8D7DBD-4254-259F-604B-3CE8EAA3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8</a:t>
            </a:fld>
            <a:endParaRPr lang="pl-PL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3D76F1-2CAD-0E41-5F03-17D4571B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269"/>
          <a:stretch>
            <a:fillRect/>
          </a:stretch>
        </p:blipFill>
        <p:spPr>
          <a:xfrm>
            <a:off x="5049643" y="3326916"/>
            <a:ext cx="6632083" cy="2598645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3DC4094-21E2-D4CB-6249-B0983060A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74" y="2930854"/>
            <a:ext cx="4327084" cy="299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89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/>
          <a:lstStyle/>
          <a:p>
            <a:pPr rtl="0"/>
            <a:r>
              <a:rPr lang="pl-PL"/>
              <a:t>Dziękujemy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3767326" cy="1659715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Kamil Warczek</a:t>
            </a:r>
          </a:p>
          <a:p>
            <a:pPr rtl="0"/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kw316241@student.polsl.pl</a:t>
            </a:r>
          </a:p>
          <a:p>
            <a:pPr rtl="0"/>
            <a:r>
              <a:rPr lang="pl-PL" dirty="0"/>
              <a:t>Antoni Surowy</a:t>
            </a:r>
          </a:p>
          <a:p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as316262@student.polsl.pl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035808" cy="365125"/>
          </a:xfrm>
        </p:spPr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70_TF03460514_Win32.potx" id="{D93D5069-C7D5-47CD-AF70-FB3C8F5463E0}" vid="{61CFD8A8-B8F7-4C15-BB1A-ACBC12D97C4D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{4A0B4682-031D-43B9-8287-55DD5EED8F13}TFb86055d1-6a43-42b6-93a8-3e59ea4e3a703356fc73_win32-211f62b23422</Template>
  <TotalTime>156</TotalTime>
  <Words>160</Words>
  <Application>Microsoft Office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Motyw pakietu Office</vt:lpstr>
      <vt:lpstr>Projekt aplikacji symulacji układu automatycznej regulacji</vt:lpstr>
      <vt:lpstr>Schemat UML hierarchii klas</vt:lpstr>
      <vt:lpstr>Omówienie szczegółów implementacyjnych</vt:lpstr>
      <vt:lpstr>Omówienie  szczegółów implementacyjnych</vt:lpstr>
      <vt:lpstr>Interfejs klasy warstwy usług</vt:lpstr>
      <vt:lpstr>Interfejs klasy warstwy usług</vt:lpstr>
      <vt:lpstr>Działanie testów</vt:lpstr>
      <vt:lpstr>Działanie testów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4</cp:revision>
  <dcterms:created xsi:type="dcterms:W3CDTF">2025-10-20T16:54:32Z</dcterms:created>
  <dcterms:modified xsi:type="dcterms:W3CDTF">2025-11-28T14:16:34Z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